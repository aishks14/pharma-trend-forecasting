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62" r:id="rId2"/>
    <p:sldId id="279" r:id="rId3"/>
    <p:sldId id="258" r:id="rId4"/>
    <p:sldId id="259" r:id="rId5"/>
    <p:sldId id="260" r:id="rId6"/>
    <p:sldId id="280" r:id="rId7"/>
    <p:sldId id="28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2" r:id="rId16"/>
    <p:sldId id="283" r:id="rId17"/>
    <p:sldId id="284" r:id="rId18"/>
    <p:sldId id="270" r:id="rId19"/>
    <p:sldId id="261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CF1AB2-1976-4502-BF36-3FF5EA218861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06" autoAdjust="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7" d="100"/>
          <a:sy n="87" d="100"/>
        </p:scale>
        <p:origin x="309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90-4696-990D-C385B6E05E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990-4696-990D-C385B6E05EF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satMod val="103000"/>
                    <a:lumMod val="102000"/>
                    <a:tint val="94000"/>
                  </a:schemeClr>
                </a:gs>
                <a:gs pos="50000">
                  <a:schemeClr val="accent3">
                    <a:satMod val="110000"/>
                    <a:lumMod val="100000"/>
                    <a:shade val="100000"/>
                  </a:schemeClr>
                </a:gs>
                <a:gs pos="100000">
                  <a:schemeClr val="accent3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990-4696-990D-C385B6E05E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830248640"/>
        <c:axId val="830249032"/>
      </c:barChart>
      <c:catAx>
        <c:axId val="830248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30249032"/>
        <c:crosses val="autoZero"/>
        <c:auto val="1"/>
        <c:lblAlgn val="ctr"/>
        <c:lblOffset val="100"/>
        <c:noMultiLvlLbl val="0"/>
      </c:catAx>
      <c:valAx>
        <c:axId val="830249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30248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1469E50-24C6-4156-8DAA-6DD0C1079C89}" type="doc">
      <dgm:prSet loTypeId="urn:microsoft.com/office/officeart/2005/8/layout/gear1" loCatId="relationship" qsTypeId="urn:microsoft.com/office/officeart/2005/8/quickstyle/simple1" qsCatId="simple" csTypeId="urn:microsoft.com/office/officeart/2005/8/colors/accent1_1" csCatId="accent1" phldr="1"/>
      <dgm:spPr/>
    </dgm:pt>
    <dgm:pt modelId="{D0115B0F-FDFB-494B-AC0A-E04A5EC234DA}">
      <dgm:prSet phldrT="[Text]"/>
      <dgm:spPr/>
      <dgm:t>
        <a:bodyPr/>
        <a:lstStyle/>
        <a:p>
          <a:r>
            <a:rPr lang="en-US" dirty="0"/>
            <a:t>Step 3 Title</a:t>
          </a:r>
        </a:p>
      </dgm:t>
      <dgm:extLst>
        <a:ext uri="{E40237B7-FDA0-4F09-8148-C483321AD2D9}">
          <dgm14:cNvPr xmlns:dgm14="http://schemas.microsoft.com/office/drawing/2010/diagram" id="0" name="" title="Step 3 title"/>
        </a:ext>
      </dgm:extLst>
    </dgm:pt>
    <dgm:pt modelId="{F3ECE90F-7A47-4472-9560-98DC857F992F}" type="parTrans" cxnId="{CD5AA65A-6000-4F48-85D3-EB084B6F41D0}">
      <dgm:prSet/>
      <dgm:spPr/>
      <dgm:t>
        <a:bodyPr/>
        <a:lstStyle/>
        <a:p>
          <a:endParaRPr lang="en-US"/>
        </a:p>
      </dgm:t>
    </dgm:pt>
    <dgm:pt modelId="{39A3B9F5-08CD-49EE-B590-A9FA60312E8F}" type="sibTrans" cxnId="{CD5AA65A-6000-4F48-85D3-EB084B6F41D0}">
      <dgm:prSet/>
      <dgm:spPr/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title="Arrow pointing in clockwise direction for step 3"/>
        </a:ext>
      </dgm:extLst>
    </dgm:pt>
    <dgm:pt modelId="{B294A45F-A097-47D5-8F55-FC668EB3C982}">
      <dgm:prSet phldrT="[Text]"/>
      <dgm:spPr/>
      <dgm:t>
        <a:bodyPr/>
        <a:lstStyle/>
        <a:p>
          <a:r>
            <a:rPr lang="en-US" dirty="0"/>
            <a:t>Step 2 Title</a:t>
          </a:r>
        </a:p>
      </dgm:t>
      <dgm:extLst>
        <a:ext uri="{E40237B7-FDA0-4F09-8148-C483321AD2D9}">
          <dgm14:cNvPr xmlns:dgm14="http://schemas.microsoft.com/office/drawing/2010/diagram" id="0" name="" title="Step 2 title"/>
        </a:ext>
      </dgm:extLst>
    </dgm:pt>
    <dgm:pt modelId="{ACBA6356-2F80-466D-9121-489D204B80B8}" type="parTrans" cxnId="{38A955D8-3C8B-463D-BA25-2C9E34FDDEBB}">
      <dgm:prSet/>
      <dgm:spPr/>
      <dgm:t>
        <a:bodyPr/>
        <a:lstStyle/>
        <a:p>
          <a:endParaRPr lang="en-US"/>
        </a:p>
      </dgm:t>
    </dgm:pt>
    <dgm:pt modelId="{881A9571-C437-40E4-90E1-61734033862D}" type="sibTrans" cxnId="{38A955D8-3C8B-463D-BA25-2C9E34FDDEBB}">
      <dgm:prSet/>
      <dgm:spPr/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title="Arrow pointing in counterclockwise direction for step 2"/>
        </a:ext>
      </dgm:extLst>
    </dgm:pt>
    <dgm:pt modelId="{A72F579A-815F-4730-AEB0-052A4E2EADB2}">
      <dgm:prSet phldrT="[Text]"/>
      <dgm:spPr/>
      <dgm:t>
        <a:bodyPr/>
        <a:lstStyle/>
        <a:p>
          <a:r>
            <a:rPr lang="en-US" dirty="0"/>
            <a:t>Step 1 Title</a:t>
          </a:r>
        </a:p>
      </dgm:t>
      <dgm:extLst>
        <a:ext uri="{E40237B7-FDA0-4F09-8148-C483321AD2D9}">
          <dgm14:cNvPr xmlns:dgm14="http://schemas.microsoft.com/office/drawing/2010/diagram" id="0" name="" title="Step 1 title"/>
        </a:ext>
      </dgm:extLst>
    </dgm:pt>
    <dgm:pt modelId="{8EA6516C-EB3A-4FC0-BB44-265A3652D4BC}" type="parTrans" cxnId="{D2ECF758-131A-41EE-A789-9D6FDC186481}">
      <dgm:prSet/>
      <dgm:spPr/>
      <dgm:t>
        <a:bodyPr/>
        <a:lstStyle/>
        <a:p>
          <a:endParaRPr lang="en-US"/>
        </a:p>
      </dgm:t>
    </dgm:pt>
    <dgm:pt modelId="{6B184F14-5261-4D1F-8701-947EAF068BB3}" type="sibTrans" cxnId="{D2ECF758-131A-41EE-A789-9D6FDC186481}">
      <dgm:prSet/>
      <dgm:spPr/>
      <dgm:t>
        <a:bodyPr/>
        <a:lstStyle/>
        <a:p>
          <a:endParaRPr lang="en-US"/>
        </a:p>
      </dgm:t>
      <dgm:extLst>
        <a:ext uri="{E40237B7-FDA0-4F09-8148-C483321AD2D9}">
          <dgm14:cNvPr xmlns:dgm14="http://schemas.microsoft.com/office/drawing/2010/diagram" id="0" name="" title="Arrow pointing in clockwise direction for step 1"/>
        </a:ext>
      </dgm:extLst>
    </dgm:pt>
    <dgm:pt modelId="{DF72D2A9-E721-47DF-A758-78A445E0F3CE}" type="pres">
      <dgm:prSet presAssocID="{F1469E50-24C6-4156-8DAA-6DD0C1079C89}" presName="composite" presStyleCnt="0">
        <dgm:presLayoutVars>
          <dgm:chMax val="3"/>
          <dgm:animLvl val="lvl"/>
          <dgm:resizeHandles val="exact"/>
        </dgm:presLayoutVars>
      </dgm:prSet>
      <dgm:spPr/>
    </dgm:pt>
    <dgm:pt modelId="{519C9BB9-1ADD-4304-93EC-C9FE618B8492}" type="pres">
      <dgm:prSet presAssocID="{D0115B0F-FDFB-494B-AC0A-E04A5EC234DA}" presName="gear1" presStyleLbl="node1" presStyleIdx="0" presStyleCnt="3">
        <dgm:presLayoutVars>
          <dgm:chMax val="1"/>
          <dgm:bulletEnabled val="1"/>
        </dgm:presLayoutVars>
      </dgm:prSet>
      <dgm:spPr/>
    </dgm:pt>
    <dgm:pt modelId="{491B49C7-064E-438E-A5AF-D06F604607BC}" type="pres">
      <dgm:prSet presAssocID="{D0115B0F-FDFB-494B-AC0A-E04A5EC234DA}" presName="gear1srcNode" presStyleLbl="node1" presStyleIdx="0" presStyleCnt="3"/>
      <dgm:spPr/>
    </dgm:pt>
    <dgm:pt modelId="{A8AE7A62-856E-43C0-A01E-AB2F291FD15A}" type="pres">
      <dgm:prSet presAssocID="{D0115B0F-FDFB-494B-AC0A-E04A5EC234DA}" presName="gear1dstNode" presStyleLbl="node1" presStyleIdx="0" presStyleCnt="3"/>
      <dgm:spPr/>
    </dgm:pt>
    <dgm:pt modelId="{1CA3202A-9CD1-47F7-9D42-23E46A72BBFC}" type="pres">
      <dgm:prSet presAssocID="{B294A45F-A097-47D5-8F55-FC668EB3C982}" presName="gear2" presStyleLbl="node1" presStyleIdx="1" presStyleCnt="3">
        <dgm:presLayoutVars>
          <dgm:chMax val="1"/>
          <dgm:bulletEnabled val="1"/>
        </dgm:presLayoutVars>
      </dgm:prSet>
      <dgm:spPr/>
    </dgm:pt>
    <dgm:pt modelId="{142EE68D-5808-445A-B73B-CEFF75A2773F}" type="pres">
      <dgm:prSet presAssocID="{B294A45F-A097-47D5-8F55-FC668EB3C982}" presName="gear2srcNode" presStyleLbl="node1" presStyleIdx="1" presStyleCnt="3"/>
      <dgm:spPr/>
    </dgm:pt>
    <dgm:pt modelId="{706E9A05-70AC-494E-B29F-F414922DE00D}" type="pres">
      <dgm:prSet presAssocID="{B294A45F-A097-47D5-8F55-FC668EB3C982}" presName="gear2dstNode" presStyleLbl="node1" presStyleIdx="1" presStyleCnt="3"/>
      <dgm:spPr/>
    </dgm:pt>
    <dgm:pt modelId="{11E70583-C9D9-4A1B-9215-04DC48DCBD8D}" type="pres">
      <dgm:prSet presAssocID="{A72F579A-815F-4730-AEB0-052A4E2EADB2}" presName="gear3" presStyleLbl="node1" presStyleIdx="2" presStyleCnt="3"/>
      <dgm:spPr/>
    </dgm:pt>
    <dgm:pt modelId="{1DC90457-DB2A-4C95-A36F-0563F25B6D53}" type="pres">
      <dgm:prSet presAssocID="{A72F579A-815F-4730-AEB0-052A4E2EADB2}" presName="gear3tx" presStyleLbl="node1" presStyleIdx="2" presStyleCnt="3">
        <dgm:presLayoutVars>
          <dgm:chMax val="1"/>
          <dgm:bulletEnabled val="1"/>
        </dgm:presLayoutVars>
      </dgm:prSet>
      <dgm:spPr/>
    </dgm:pt>
    <dgm:pt modelId="{E9EE43DE-00F8-4019-BA85-9AFF0B3069A7}" type="pres">
      <dgm:prSet presAssocID="{A72F579A-815F-4730-AEB0-052A4E2EADB2}" presName="gear3srcNode" presStyleLbl="node1" presStyleIdx="2" presStyleCnt="3"/>
      <dgm:spPr/>
    </dgm:pt>
    <dgm:pt modelId="{F86AD8D8-4A96-48C0-A843-3A718641AD56}" type="pres">
      <dgm:prSet presAssocID="{A72F579A-815F-4730-AEB0-052A4E2EADB2}" presName="gear3dstNode" presStyleLbl="node1" presStyleIdx="2" presStyleCnt="3"/>
      <dgm:spPr/>
    </dgm:pt>
    <dgm:pt modelId="{1E72715E-7366-4E78-A512-24F37F5D23DC}" type="pres">
      <dgm:prSet presAssocID="{39A3B9F5-08CD-49EE-B590-A9FA60312E8F}" presName="connector1" presStyleLbl="sibTrans2D1" presStyleIdx="0" presStyleCnt="3"/>
      <dgm:spPr/>
    </dgm:pt>
    <dgm:pt modelId="{BE287C59-37F8-4A31-B5A2-F56A3CB15957}" type="pres">
      <dgm:prSet presAssocID="{881A9571-C437-40E4-90E1-61734033862D}" presName="connector2" presStyleLbl="sibTrans2D1" presStyleIdx="1" presStyleCnt="3"/>
      <dgm:spPr/>
    </dgm:pt>
    <dgm:pt modelId="{2A80456C-D6A1-43C9-80B2-09334D6E033A}" type="pres">
      <dgm:prSet presAssocID="{6B184F14-5261-4D1F-8701-947EAF068BB3}" presName="connector3" presStyleLbl="sibTrans2D1" presStyleIdx="2" presStyleCnt="3"/>
      <dgm:spPr/>
    </dgm:pt>
  </dgm:ptLst>
  <dgm:cxnLst>
    <dgm:cxn modelId="{C2825D01-7009-4C7A-9735-E3DA9B56907F}" type="presOf" srcId="{F1469E50-24C6-4156-8DAA-6DD0C1079C89}" destId="{DF72D2A9-E721-47DF-A758-78A445E0F3CE}" srcOrd="0" destOrd="0" presId="urn:microsoft.com/office/officeart/2005/8/layout/gear1"/>
    <dgm:cxn modelId="{05A23107-95A6-48BA-9C15-320B2C8DBD9C}" type="presOf" srcId="{D0115B0F-FDFB-494B-AC0A-E04A5EC234DA}" destId="{A8AE7A62-856E-43C0-A01E-AB2F291FD15A}" srcOrd="2" destOrd="0" presId="urn:microsoft.com/office/officeart/2005/8/layout/gear1"/>
    <dgm:cxn modelId="{E0F29509-14D9-447A-A12F-C58EB915A87F}" type="presOf" srcId="{D0115B0F-FDFB-494B-AC0A-E04A5EC234DA}" destId="{519C9BB9-1ADD-4304-93EC-C9FE618B8492}" srcOrd="0" destOrd="0" presId="urn:microsoft.com/office/officeart/2005/8/layout/gear1"/>
    <dgm:cxn modelId="{A67BBC1F-E27A-45A3-97D8-DB5273212B10}" type="presOf" srcId="{B294A45F-A097-47D5-8F55-FC668EB3C982}" destId="{1CA3202A-9CD1-47F7-9D42-23E46A72BBFC}" srcOrd="0" destOrd="0" presId="urn:microsoft.com/office/officeart/2005/8/layout/gear1"/>
    <dgm:cxn modelId="{F848FB20-E105-42B8-A2CB-C9B380751AC8}" type="presOf" srcId="{B294A45F-A097-47D5-8F55-FC668EB3C982}" destId="{142EE68D-5808-445A-B73B-CEFF75A2773F}" srcOrd="1" destOrd="0" presId="urn:microsoft.com/office/officeart/2005/8/layout/gear1"/>
    <dgm:cxn modelId="{723C8F22-4AB3-42CC-89EC-756A6438D4F8}" type="presOf" srcId="{B294A45F-A097-47D5-8F55-FC668EB3C982}" destId="{706E9A05-70AC-494E-B29F-F414922DE00D}" srcOrd="2" destOrd="0" presId="urn:microsoft.com/office/officeart/2005/8/layout/gear1"/>
    <dgm:cxn modelId="{D3CAA15F-809B-449B-B4C7-F52EC4A84ECE}" type="presOf" srcId="{D0115B0F-FDFB-494B-AC0A-E04A5EC234DA}" destId="{491B49C7-064E-438E-A5AF-D06F604607BC}" srcOrd="1" destOrd="0" presId="urn:microsoft.com/office/officeart/2005/8/layout/gear1"/>
    <dgm:cxn modelId="{EBF6C241-6C40-4A2E-84BC-B52B0944EC7E}" type="presOf" srcId="{A72F579A-815F-4730-AEB0-052A4E2EADB2}" destId="{1DC90457-DB2A-4C95-A36F-0563F25B6D53}" srcOrd="1" destOrd="0" presId="urn:microsoft.com/office/officeart/2005/8/layout/gear1"/>
    <dgm:cxn modelId="{5C012A6F-492C-4216-8D98-1C9CED36B44C}" type="presOf" srcId="{A72F579A-815F-4730-AEB0-052A4E2EADB2}" destId="{E9EE43DE-00F8-4019-BA85-9AFF0B3069A7}" srcOrd="2" destOrd="0" presId="urn:microsoft.com/office/officeart/2005/8/layout/gear1"/>
    <dgm:cxn modelId="{64245054-BF6B-45A8-B6B4-5E3294B19593}" type="presOf" srcId="{A72F579A-815F-4730-AEB0-052A4E2EADB2}" destId="{11E70583-C9D9-4A1B-9215-04DC48DCBD8D}" srcOrd="0" destOrd="0" presId="urn:microsoft.com/office/officeart/2005/8/layout/gear1"/>
    <dgm:cxn modelId="{D2ECF758-131A-41EE-A789-9D6FDC186481}" srcId="{F1469E50-24C6-4156-8DAA-6DD0C1079C89}" destId="{A72F579A-815F-4730-AEB0-052A4E2EADB2}" srcOrd="2" destOrd="0" parTransId="{8EA6516C-EB3A-4FC0-BB44-265A3652D4BC}" sibTransId="{6B184F14-5261-4D1F-8701-947EAF068BB3}"/>
    <dgm:cxn modelId="{B9B0E059-D79B-4376-8D5C-22FF356A77D3}" type="presOf" srcId="{881A9571-C437-40E4-90E1-61734033862D}" destId="{BE287C59-37F8-4A31-B5A2-F56A3CB15957}" srcOrd="0" destOrd="0" presId="urn:microsoft.com/office/officeart/2005/8/layout/gear1"/>
    <dgm:cxn modelId="{CD5AA65A-6000-4F48-85D3-EB084B6F41D0}" srcId="{F1469E50-24C6-4156-8DAA-6DD0C1079C89}" destId="{D0115B0F-FDFB-494B-AC0A-E04A5EC234DA}" srcOrd="0" destOrd="0" parTransId="{F3ECE90F-7A47-4472-9560-98DC857F992F}" sibTransId="{39A3B9F5-08CD-49EE-B590-A9FA60312E8F}"/>
    <dgm:cxn modelId="{78D93DA3-71DA-4B27-AF7D-4F6F06818383}" type="presOf" srcId="{6B184F14-5261-4D1F-8701-947EAF068BB3}" destId="{2A80456C-D6A1-43C9-80B2-09334D6E033A}" srcOrd="0" destOrd="0" presId="urn:microsoft.com/office/officeart/2005/8/layout/gear1"/>
    <dgm:cxn modelId="{38A955D8-3C8B-463D-BA25-2C9E34FDDEBB}" srcId="{F1469E50-24C6-4156-8DAA-6DD0C1079C89}" destId="{B294A45F-A097-47D5-8F55-FC668EB3C982}" srcOrd="1" destOrd="0" parTransId="{ACBA6356-2F80-466D-9121-489D204B80B8}" sibTransId="{881A9571-C437-40E4-90E1-61734033862D}"/>
    <dgm:cxn modelId="{5642BDE9-C21A-403B-9DBE-C06C15AD6197}" type="presOf" srcId="{A72F579A-815F-4730-AEB0-052A4E2EADB2}" destId="{F86AD8D8-4A96-48C0-A843-3A718641AD56}" srcOrd="3" destOrd="0" presId="urn:microsoft.com/office/officeart/2005/8/layout/gear1"/>
    <dgm:cxn modelId="{F00F5FF9-8EEF-4575-883E-9FECBCDECA1B}" type="presOf" srcId="{39A3B9F5-08CD-49EE-B590-A9FA60312E8F}" destId="{1E72715E-7366-4E78-A512-24F37F5D23DC}" srcOrd="0" destOrd="0" presId="urn:microsoft.com/office/officeart/2005/8/layout/gear1"/>
    <dgm:cxn modelId="{AD820DF2-DF49-4404-8EB2-21B39A3FB116}" type="presParOf" srcId="{DF72D2A9-E721-47DF-A758-78A445E0F3CE}" destId="{519C9BB9-1ADD-4304-93EC-C9FE618B8492}" srcOrd="0" destOrd="0" presId="urn:microsoft.com/office/officeart/2005/8/layout/gear1"/>
    <dgm:cxn modelId="{5FCC70D7-F25D-4F83-B73B-CC9743E22AA2}" type="presParOf" srcId="{DF72D2A9-E721-47DF-A758-78A445E0F3CE}" destId="{491B49C7-064E-438E-A5AF-D06F604607BC}" srcOrd="1" destOrd="0" presId="urn:microsoft.com/office/officeart/2005/8/layout/gear1"/>
    <dgm:cxn modelId="{99063BC2-9488-46FC-8DF6-8441C24C3965}" type="presParOf" srcId="{DF72D2A9-E721-47DF-A758-78A445E0F3CE}" destId="{A8AE7A62-856E-43C0-A01E-AB2F291FD15A}" srcOrd="2" destOrd="0" presId="urn:microsoft.com/office/officeart/2005/8/layout/gear1"/>
    <dgm:cxn modelId="{A0BC6D19-907A-47D7-A08F-5D179F64EECA}" type="presParOf" srcId="{DF72D2A9-E721-47DF-A758-78A445E0F3CE}" destId="{1CA3202A-9CD1-47F7-9D42-23E46A72BBFC}" srcOrd="3" destOrd="0" presId="urn:microsoft.com/office/officeart/2005/8/layout/gear1"/>
    <dgm:cxn modelId="{A3B8BF3C-AC9A-49CC-B2EF-B4679D8DF0C6}" type="presParOf" srcId="{DF72D2A9-E721-47DF-A758-78A445E0F3CE}" destId="{142EE68D-5808-445A-B73B-CEFF75A2773F}" srcOrd="4" destOrd="0" presId="urn:microsoft.com/office/officeart/2005/8/layout/gear1"/>
    <dgm:cxn modelId="{F5C1E3F4-99F8-4BD4-BD0B-C5FE69FE5223}" type="presParOf" srcId="{DF72D2A9-E721-47DF-A758-78A445E0F3CE}" destId="{706E9A05-70AC-494E-B29F-F414922DE00D}" srcOrd="5" destOrd="0" presId="urn:microsoft.com/office/officeart/2005/8/layout/gear1"/>
    <dgm:cxn modelId="{FCC3D189-BC5D-47B0-92BA-5A107E436E22}" type="presParOf" srcId="{DF72D2A9-E721-47DF-A758-78A445E0F3CE}" destId="{11E70583-C9D9-4A1B-9215-04DC48DCBD8D}" srcOrd="6" destOrd="0" presId="urn:microsoft.com/office/officeart/2005/8/layout/gear1"/>
    <dgm:cxn modelId="{DFFA59B1-FFDD-46BE-8FA1-73C7504494F7}" type="presParOf" srcId="{DF72D2A9-E721-47DF-A758-78A445E0F3CE}" destId="{1DC90457-DB2A-4C95-A36F-0563F25B6D53}" srcOrd="7" destOrd="0" presId="urn:microsoft.com/office/officeart/2005/8/layout/gear1"/>
    <dgm:cxn modelId="{FB52C3EF-7F00-44BF-9DC3-4F3DB8AE4938}" type="presParOf" srcId="{DF72D2A9-E721-47DF-A758-78A445E0F3CE}" destId="{E9EE43DE-00F8-4019-BA85-9AFF0B3069A7}" srcOrd="8" destOrd="0" presId="urn:microsoft.com/office/officeart/2005/8/layout/gear1"/>
    <dgm:cxn modelId="{A0EEF6B1-DF0D-4309-97B7-44A898FB6001}" type="presParOf" srcId="{DF72D2A9-E721-47DF-A758-78A445E0F3CE}" destId="{F86AD8D8-4A96-48C0-A843-3A718641AD56}" srcOrd="9" destOrd="0" presId="urn:microsoft.com/office/officeart/2005/8/layout/gear1"/>
    <dgm:cxn modelId="{2B9DD819-AFC3-413F-B930-1FC87889253A}" type="presParOf" srcId="{DF72D2A9-E721-47DF-A758-78A445E0F3CE}" destId="{1E72715E-7366-4E78-A512-24F37F5D23DC}" srcOrd="10" destOrd="0" presId="urn:microsoft.com/office/officeart/2005/8/layout/gear1"/>
    <dgm:cxn modelId="{E12A6285-B30D-4A0B-9086-69D1D9BB4F11}" type="presParOf" srcId="{DF72D2A9-E721-47DF-A758-78A445E0F3CE}" destId="{BE287C59-37F8-4A31-B5A2-F56A3CB15957}" srcOrd="11" destOrd="0" presId="urn:microsoft.com/office/officeart/2005/8/layout/gear1"/>
    <dgm:cxn modelId="{AE1DDF6A-5091-4106-9D09-6702BC865C7A}" type="presParOf" srcId="{DF72D2A9-E721-47DF-A758-78A445E0F3CE}" destId="{2A80456C-D6A1-43C9-80B2-09334D6E033A}" srcOrd="12" destOrd="0" presId="urn:microsoft.com/office/officeart/2005/8/layout/gear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9C9BB9-1ADD-4304-93EC-C9FE618B8492}">
      <dsp:nvSpPr>
        <dsp:cNvPr id="0" name=""/>
        <dsp:cNvSpPr/>
      </dsp:nvSpPr>
      <dsp:spPr>
        <a:xfrm>
          <a:off x="2024776" y="2008108"/>
          <a:ext cx="2454354" cy="2454354"/>
        </a:xfrm>
        <a:prstGeom prst="gear9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Step 3 Title</a:t>
          </a:r>
        </a:p>
      </dsp:txBody>
      <dsp:txXfrm>
        <a:off x="2518210" y="2583029"/>
        <a:ext cx="1467486" cy="1261588"/>
      </dsp:txXfrm>
    </dsp:sp>
    <dsp:sp modelId="{1CA3202A-9CD1-47F7-9D42-23E46A72BBFC}">
      <dsp:nvSpPr>
        <dsp:cNvPr id="0" name=""/>
        <dsp:cNvSpPr/>
      </dsp:nvSpPr>
      <dsp:spPr>
        <a:xfrm>
          <a:off x="596788" y="1427988"/>
          <a:ext cx="1784985" cy="1784985"/>
        </a:xfrm>
        <a:prstGeom prst="gear6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Step 2 Title</a:t>
          </a:r>
        </a:p>
      </dsp:txBody>
      <dsp:txXfrm>
        <a:off x="1046163" y="1880079"/>
        <a:ext cx="886235" cy="880803"/>
      </dsp:txXfrm>
    </dsp:sp>
    <dsp:sp modelId="{11E70583-C9D9-4A1B-9215-04DC48DCBD8D}">
      <dsp:nvSpPr>
        <dsp:cNvPr id="0" name=""/>
        <dsp:cNvSpPr/>
      </dsp:nvSpPr>
      <dsp:spPr>
        <a:xfrm rot="20700000">
          <a:off x="1596562" y="196530"/>
          <a:ext cx="1748921" cy="1748921"/>
        </a:xfrm>
        <a:prstGeom prst="gear6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Step 1 Title</a:t>
          </a:r>
        </a:p>
      </dsp:txBody>
      <dsp:txXfrm rot="-20700000">
        <a:off x="1980152" y="580120"/>
        <a:ext cx="981741" cy="981741"/>
      </dsp:txXfrm>
    </dsp:sp>
    <dsp:sp modelId="{1E72715E-7366-4E78-A512-24F37F5D23DC}">
      <dsp:nvSpPr>
        <dsp:cNvPr id="0" name=""/>
        <dsp:cNvSpPr/>
      </dsp:nvSpPr>
      <dsp:spPr>
        <a:xfrm>
          <a:off x="1839004" y="1636070"/>
          <a:ext cx="3141573" cy="3141573"/>
        </a:xfrm>
        <a:prstGeom prst="circularArrow">
          <a:avLst>
            <a:gd name="adj1" fmla="val 4688"/>
            <a:gd name="adj2" fmla="val 299029"/>
            <a:gd name="adj3" fmla="val 2522244"/>
            <a:gd name="adj4" fmla="val 15848245"/>
            <a:gd name="adj5" fmla="val 546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287C59-37F8-4A31-B5A2-F56A3CB15957}">
      <dsp:nvSpPr>
        <dsp:cNvPr id="0" name=""/>
        <dsp:cNvSpPr/>
      </dsp:nvSpPr>
      <dsp:spPr>
        <a:xfrm>
          <a:off x="280671" y="1031887"/>
          <a:ext cx="2282549" cy="2282549"/>
        </a:xfrm>
        <a:prstGeom prst="leftCircularArrow">
          <a:avLst>
            <a:gd name="adj1" fmla="val 6452"/>
            <a:gd name="adj2" fmla="val 429999"/>
            <a:gd name="adj3" fmla="val 10489124"/>
            <a:gd name="adj4" fmla="val 14837806"/>
            <a:gd name="adj5" fmla="val 7527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80456C-D6A1-43C9-80B2-09334D6E033A}">
      <dsp:nvSpPr>
        <dsp:cNvPr id="0" name=""/>
        <dsp:cNvSpPr/>
      </dsp:nvSpPr>
      <dsp:spPr>
        <a:xfrm>
          <a:off x="1192019" y="-187699"/>
          <a:ext cx="2461048" cy="2461048"/>
        </a:xfrm>
        <a:prstGeom prst="circularArrow">
          <a:avLst>
            <a:gd name="adj1" fmla="val 5984"/>
            <a:gd name="adj2" fmla="val 394124"/>
            <a:gd name="adj3" fmla="val 13313824"/>
            <a:gd name="adj4" fmla="val 10508221"/>
            <a:gd name="adj5" fmla="val 698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gear1">
  <dgm:title val=""/>
  <dgm:desc val=""/>
  <dgm:catLst>
    <dgm:cat type="relationship" pri="3000"/>
    <dgm:cat type="process" pri="28000"/>
    <dgm:cat type="cycle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composite">
    <dgm:varLst>
      <dgm:chMax val="3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1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05"/>
          <dgm:constr type="t" for="ch" forName="gear1" refType="w" fact="0.05"/>
          <dgm:constr type="w" for="ch" forName="gear1srcNode" val="1"/>
          <dgm:constr type="h" for="ch" forName="gear1srcNode" val="1"/>
          <dgm:constr type="l" for="ch" forName="gear1srcNode" refType="w" fact="0.32"/>
          <dgm:constr type="t" for="ch" forName="gear1srcNode"/>
          <dgm:constr type="w" for="ch" forName="gear1dstNode" val="1"/>
          <dgm:constr type="h" for="ch" forName="gear1dstNode" val="1"/>
          <dgm:constr type="r" for="ch" forName="gear1dstNode" refType="w" fact="0.58"/>
          <dgm:constr type="t" for="ch" forName="gear1dstNode" refType="h" fact="0.5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/>
          <dgm:constr type="b" for="ch" forName="gear1ch" refType="h" fact="0.6"/>
        </dgm:constrLst>
      </dgm:if>
      <dgm:if name="Name2" axis="ch" ptType="node" func="cnt" op="equ" val="2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2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2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7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w" fact="0.8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1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0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3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 refType="w" fact="0.34"/>
          <dgm:constr type="t" for="ch" forName="gear2ch" refType="w" fact="0.04"/>
        </dgm:constrLst>
      </dgm:if>
      <dgm:else name="Name3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4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4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95"/>
          <dgm:constr type="diam" for="des" forName="connector1" refType="w" refFor="ch" refForName="gear1" op="equ" fact="1.15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h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3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2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5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/>
          <dgm:constr type="t" for="ch" forName="gear2ch" refType="w" fact="0.58"/>
          <dgm:constr type="w" for="ch" forName="gear3" refType="w" fact="0.48"/>
          <dgm:constr type="h" for="ch" forName="gear3" refType="w" fact="0.48"/>
          <dgm:constr type="l" for="ch" forName="gear3" refType="w" fact="0.31"/>
          <dgm:constr type="t" for="ch" forName="gear3"/>
          <dgm:constr type="w" for="ch" forName="gear3tx" refType="w" fact="0.22"/>
          <dgm:constr type="h" for="ch" forName="gear3tx" refType="w" fact="0.22"/>
          <dgm:constr type="ctrX" for="ch" forName="gear3tx" refType="ctrX" refFor="ch" refForName="gear3"/>
          <dgm:constr type="ctrY" for="ch" forName="gear3tx" refType="ctrY" refFor="ch" refForName="gear3"/>
          <dgm:constr type="w" for="ch" forName="gear3srcNode" val="1"/>
          <dgm:constr type="h" for="ch" forName="gear3srcNode" val="1"/>
          <dgm:constr type="l" for="ch" forName="gear3srcNode" refType="w" fact="0.3"/>
          <dgm:constr type="t" for="ch" forName="gear3srcNode" refType="w" fact="0.25"/>
          <dgm:constr type="w" for="ch" forName="gear3dstNode" val="1"/>
          <dgm:constr type="h" for="ch" forName="gear3dstNode" val="1"/>
          <dgm:constr type="l" for="ch" forName="gear3dstNode" refType="w" fact="0.38"/>
          <dgm:constr type="t" for="ch" forName="gear3dstNode" refType="h" fact="0.05"/>
          <dgm:constr type="diam" for="des" forName="connector3" refType="w" refFor="ch" refForName="gear3" op="equ"/>
          <dgm:constr type="h" for="des" forName="connector3" refType="w" refFor="ch" refForName="gear1" op="equ" fact="0.1"/>
          <dgm:constr type="w" for="ch" forName="gear3ch" refType="w" fact="0.35"/>
          <dgm:constr type="h" for="ch" forName="gear3ch" refType="w" refFor="ch" refForName="gear3ch" fact="0.6"/>
          <dgm:constr type="l" for="ch" forName="gear3ch" refType="w" fact="0.65"/>
          <dgm:constr type="t" for="ch" forName="gear3ch" refType="h" fact="0.13"/>
        </dgm:constrLst>
      </dgm:else>
    </dgm:choose>
    <dgm:ruleLst/>
    <dgm:forEach name="Name4" axis="ch" ptType="node" cnt="1">
      <dgm:layoutNode name="gear1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9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1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1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5">
        <dgm:if name="Name6" axis="ch" ptType="node" func="cnt" op="gte" val="1">
          <dgm:layoutNode name="gear1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7"/>
      </dgm:choose>
    </dgm:forEach>
    <dgm:forEach name="Name8" axis="ch" ptType="node" st="2" cnt="1">
      <dgm:layoutNode name="gear2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6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2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2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9">
        <dgm:if name="Name10" axis="ch" ptType="node" func="cnt" op="gte" val="1">
          <dgm:layoutNode name="gear2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1"/>
      </dgm:choose>
    </dgm:forEach>
    <dgm:forEach name="Name12" axis="ch" ptType="node" st="3" cnt="1">
      <dgm:layoutNode name="gear3" styleLbl="node1">
        <dgm:alg type="sp"/>
        <dgm:shape xmlns:r="http://schemas.openxmlformats.org/officeDocument/2006/relationships" rot="-15" type="gear6" r:blip="">
          <dgm:adjLst/>
        </dgm:shape>
        <dgm:presOf axis="self"/>
        <dgm:constrLst/>
        <dgm:ruleLst/>
      </dgm:layoutNode>
      <dgm:layoutNode name="gear3tx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3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3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13">
        <dgm:if name="Name14" axis="ch" ptType="node" func="cnt" op="gte" val="1">
          <dgm:layoutNode name="gear3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5"/>
      </dgm:choose>
    </dgm:forEach>
    <dgm:forEach name="Name16" axis="ch" ptType="sibTrans" hideLastTrans="0" cnt="1">
      <dgm:layoutNode name="connector1" styleLbl="sibTrans2D1">
        <dgm:alg type="conn">
          <dgm:param type="connRout" val="curve"/>
          <dgm:param type="srcNode" val="gear1srcNode"/>
          <dgm:param type="dstNode" val="gear1dstNode"/>
          <dgm:param type="begPts" val="midR"/>
          <dgm:param type="endPts" val="tCtr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7" axis="ch" ptType="sibTrans" hideLastTrans="0" st="2" cnt="1">
      <dgm:layoutNode name="connector2" styleLbl="sibTrans2D1">
        <dgm:alg type="conn">
          <dgm:param type="connRout" val="curve"/>
          <dgm:param type="srcNode" val="gear2srcNode"/>
          <dgm:param type="dstNode" val="gear2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8" axis="ch" ptType="sibTrans" hideLastTrans="0" st="3" cnt="1">
      <dgm:layoutNode name="connector3" styleLbl="sibTrans2D1">
        <dgm:alg type="conn">
          <dgm:param type="connRout" val="curve"/>
          <dgm:param type="srcNode" val="gear3srcNode"/>
          <dgm:param type="dstNode" val="gear3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BCE0C-CD74-4A59-802C-6D2F8C15331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98501B-77B5-4365-9881-C6E19A3C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4561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4FDEA8-CBB8-46CC-9562-028963DBC55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8BD8E7-1312-41F3-99C4-6DA5AF8919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084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304800" y="304800"/>
            <a:ext cx="11582400" cy="6248400"/>
          </a:xfrm>
          <a:prstGeom prst="rect">
            <a:avLst/>
          </a:prstGeom>
          <a:noFill/>
          <a:ln w="50800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548245"/>
            <a:ext cx="10515600" cy="224028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854659"/>
            <a:ext cx="10515600" cy="1143000"/>
          </a:xfrm>
        </p:spPr>
        <p:txBody>
          <a:bodyPr>
            <a:normAutofit/>
          </a:bodyPr>
          <a:lstStyle>
            <a:lvl1pPr marL="0" indent="0" algn="ctr">
              <a:buNone/>
              <a:defRPr sz="2000" cap="all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5084483"/>
            <a:ext cx="11125200" cy="914400"/>
          </a:xfrm>
        </p:spPr>
        <p:txBody>
          <a:bodyPr anchor="b">
            <a:normAutofit/>
          </a:bodyPr>
          <a:lstStyle>
            <a:lvl1pPr algn="ctr">
              <a:defRPr sz="44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0"/>
          </p:nvPr>
        </p:nvSpPr>
        <p:spPr>
          <a:xfrm>
            <a:off x="1" y="1"/>
            <a:ext cx="4023360" cy="4745736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1"/>
          </p:nvPr>
        </p:nvSpPr>
        <p:spPr>
          <a:xfrm>
            <a:off x="4084320" y="1"/>
            <a:ext cx="4023360" cy="4745736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2"/>
          </p:nvPr>
        </p:nvSpPr>
        <p:spPr>
          <a:xfrm>
            <a:off x="8168640" y="1"/>
            <a:ext cx="4023360" cy="4745736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3400" y="6043123"/>
            <a:ext cx="11125200" cy="5715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all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63745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304800" y="304800"/>
            <a:ext cx="11582400" cy="6248400"/>
          </a:xfrm>
          <a:prstGeom prst="rect">
            <a:avLst/>
          </a:prstGeom>
          <a:noFill/>
          <a:ln w="50800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2483427"/>
            <a:ext cx="10515600" cy="2743200"/>
          </a:xfrm>
        </p:spPr>
        <p:txBody>
          <a:bodyPr anchor="b">
            <a:normAutofit/>
          </a:bodyPr>
          <a:lstStyle>
            <a:lvl1pPr algn="ctr">
              <a:defRPr sz="44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35025" y="5257800"/>
            <a:ext cx="10515600" cy="9144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cap="all" spc="50" baseline="0">
                <a:solidFill>
                  <a:schemeClr val="bg1"/>
                </a:solidFill>
              </a:defRPr>
            </a:lvl1pPr>
            <a:lvl2pPr marL="365760" indent="0" algn="ctr">
              <a:buNone/>
              <a:defRPr sz="2000" cap="all" spc="50" baseline="0">
                <a:solidFill>
                  <a:schemeClr val="bg1"/>
                </a:solidFill>
              </a:defRPr>
            </a:lvl2pPr>
            <a:lvl3pPr algn="ctr">
              <a:defRPr sz="2000" cap="all" spc="50" baseline="0">
                <a:solidFill>
                  <a:schemeClr val="bg1"/>
                </a:solidFill>
              </a:defRPr>
            </a:lvl3pPr>
            <a:lvl4pPr algn="ctr">
              <a:defRPr sz="2000" cap="all" spc="50" baseline="0">
                <a:solidFill>
                  <a:schemeClr val="bg1"/>
                </a:solidFill>
              </a:defRPr>
            </a:lvl4pPr>
            <a:lvl5pPr algn="ctr">
              <a:defRPr sz="2000" cap="all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714500"/>
            <a:ext cx="4495800" cy="446227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714500"/>
            <a:ext cx="4495800" cy="446227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733162"/>
            <a:ext cx="4498848" cy="6858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481943"/>
            <a:ext cx="4498848" cy="36902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733162"/>
            <a:ext cx="4498848" cy="6858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 cap="all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481943"/>
            <a:ext cx="4498848" cy="36902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51812" y="1672934"/>
            <a:ext cx="3506788" cy="2880360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0352" y="457200"/>
            <a:ext cx="7242111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51812" y="4590288"/>
            <a:ext cx="3514564" cy="1581912"/>
          </a:xfrm>
        </p:spPr>
        <p:txBody>
          <a:bodyPr/>
          <a:lstStyle>
            <a:lvl1pPr marL="0" indent="0">
              <a:spcBef>
                <a:spcPts val="8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8153400" y="0"/>
            <a:ext cx="403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2813" y="1683327"/>
            <a:ext cx="3125787" cy="2877260"/>
          </a:xfrm>
        </p:spPr>
        <p:txBody>
          <a:bodyPr anchor="b"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0" y="0"/>
            <a:ext cx="8101584" cy="6857999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32813" y="4591761"/>
            <a:ext cx="3125787" cy="1580440"/>
          </a:xfrm>
        </p:spPr>
        <p:txBody>
          <a:bodyPr/>
          <a:lstStyle>
            <a:lvl1pPr marL="0" indent="0">
              <a:spcBef>
                <a:spcPts val="8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200"/>
            <a:ext cx="1943100" cy="57197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200"/>
            <a:ext cx="7048500" cy="5719762"/>
          </a:xfrm>
        </p:spPr>
        <p:txBody>
          <a:bodyPr vert="eaVert"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714500"/>
            <a:ext cx="9144000" cy="4457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3999" y="6601556"/>
            <a:ext cx="6491381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Add a footer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87908" y="6601556"/>
            <a:ext cx="1534064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94499" y="6601556"/>
            <a:ext cx="7735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 cap="all" baseline="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9164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4884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50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0548" y="4583038"/>
            <a:ext cx="11125200" cy="914400"/>
          </a:xfrm>
        </p:spPr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Rossmann Store Sales Forecasting Pipeline</a:t>
            </a:r>
          </a:p>
        </p:txBody>
      </p:sp>
      <p:pic>
        <p:nvPicPr>
          <p:cNvPr id="7" name="Picture Placeholder 6" descr="Two people lifting weights"/>
          <p:cNvPicPr>
            <a:picLocks noGrp="1" noChangeAspect="1"/>
          </p:cNvPicPr>
          <p:nvPr>
            <p:ph type="pic" idx="10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pic>
        <p:nvPicPr>
          <p:cNvPr id="8" name="Picture Placeholder 7" descr="Closeup of Granny Smith apple and tape measure"/>
          <p:cNvPicPr>
            <a:picLocks noGrp="1" noChangeAspect="1"/>
          </p:cNvPicPr>
          <p:nvPr>
            <p:ph type="pic" idx="1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 b="19"/>
          <a:stretch/>
        </p:blipFill>
        <p:spPr/>
      </p:pic>
      <p:pic>
        <p:nvPicPr>
          <p:cNvPr id="9" name="Picture Placeholder 8" descr="Man and woman running on indoor track"/>
          <p:cNvPicPr>
            <a:picLocks noGrp="1" noChangeAspect="1"/>
          </p:cNvPicPr>
          <p:nvPr>
            <p:ph type="pic" idx="12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" b="39"/>
          <a:stretch/>
        </p:blipFill>
        <p:spPr/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148" y="5404025"/>
            <a:ext cx="11658600" cy="1453973"/>
          </a:xfrm>
        </p:spPr>
        <p:txBody>
          <a:bodyPr>
            <a:noAutofit/>
          </a:bodyPr>
          <a:lstStyle/>
          <a:p>
            <a:pPr lvl="1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End-to-End Data Engineering, </a:t>
            </a:r>
          </a:p>
          <a:p>
            <a:pPr lvl="1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Analytics &amp; Machine Learning System</a:t>
            </a:r>
          </a:p>
          <a:p>
            <a:pPr lvl="1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Author: Aishwarya Kumar Singh</a:t>
            </a:r>
          </a:p>
          <a:p>
            <a:pPr lvl="1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Intern – </a:t>
            </a:r>
            <a:r>
              <a:rPr lang="en-US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NextHikes</a:t>
            </a:r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IT Solutions</a:t>
            </a:r>
          </a:p>
        </p:txBody>
      </p:sp>
    </p:spTree>
    <p:extLst>
      <p:ext uri="{BB962C8B-B14F-4D97-AF65-F5344CB8AC3E}">
        <p14:creationId xmlns:p14="http://schemas.microsoft.com/office/powerpoint/2010/main" val="3034687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Problem &amp; Goals</a:t>
            </a:r>
          </a:p>
          <a:p>
            <a:r>
              <a:t>Data Sources &amp; Architecture</a:t>
            </a:r>
          </a:p>
          <a:p>
            <a:r>
              <a:t>Data Engineering Pipeline</a:t>
            </a:r>
          </a:p>
          <a:p>
            <a:r>
              <a:t>EDA &amp; Feature Engineering</a:t>
            </a:r>
          </a:p>
          <a:p>
            <a:r>
              <a:t>Modeling &amp; Comparison</a:t>
            </a:r>
          </a:p>
          <a:p>
            <a:r>
              <a:t>Deployment &amp; Business Impact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Retail stores require accurate daily sales forecasting</a:t>
            </a:r>
          </a:p>
          <a:p>
            <a:r>
              <a:t>Sales influenced by promotions, holidays, customers, and competition</a:t>
            </a:r>
          </a:p>
          <a:p>
            <a:r>
              <a:t>Goal: Predict daily sales for operational planning</a:t>
            </a:r>
          </a:p>
          <a:p>
            <a:r>
              <a:t>Supports inventory, staffing, and marketing decisions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Build a complete ML pipeline from raw data to deployment</a:t>
            </a:r>
          </a:p>
          <a:p>
            <a:r>
              <a:rPr dirty="0"/>
              <a:t>Integrate store metadata with transactional data</a:t>
            </a:r>
          </a:p>
          <a:p>
            <a:r>
              <a:rPr dirty="0"/>
              <a:t>Analyze customer and promotion behavior</a:t>
            </a:r>
          </a:p>
          <a:p>
            <a:r>
              <a:rPr dirty="0"/>
              <a:t>Deliver real-time sales prediction capability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train.csv – historical transactions</a:t>
            </a:r>
          </a:p>
          <a:p>
            <a:r>
              <a:t>test.csv – unseen prediction dataset</a:t>
            </a:r>
          </a:p>
          <a:p>
            <a:r>
              <a:t>store.csv – store metadata</a:t>
            </a:r>
          </a:p>
          <a:p>
            <a:r>
              <a:t>Over 1 million records across multiple stores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ingestion and validation</a:t>
            </a:r>
          </a:p>
          <a:p>
            <a:r>
              <a:t>Merge transactional and store data</a:t>
            </a:r>
          </a:p>
          <a:p>
            <a:r>
              <a:t>Data cleaning and preprocessing</a:t>
            </a:r>
          </a:p>
          <a:p>
            <a:r>
              <a:t>Feature engineering</a:t>
            </a:r>
          </a:p>
          <a:p>
            <a:r>
              <a:t>Machine learning modeling</a:t>
            </a:r>
          </a:p>
          <a:p>
            <a:r>
              <a:t>Deployment for prediction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 &amp;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Handled missing values and inconsistent entries</a:t>
            </a:r>
          </a:p>
          <a:p>
            <a:r>
              <a:t>Removed invalid records (closed stores)</a:t>
            </a:r>
          </a:p>
          <a:p>
            <a:r>
              <a:t>Standardized schema and datatypes</a:t>
            </a:r>
          </a:p>
          <a:p>
            <a:r>
              <a:t>Prepared analysis-ready dataset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Extracted year, month, weekday from date</a:t>
            </a:r>
          </a:p>
          <a:p>
            <a:r>
              <a:t>Encoded categorical store attributes</a:t>
            </a:r>
          </a:p>
          <a:p>
            <a:r>
              <a:t>Prepared structured dataset for modeling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Sales distribution analysis</a:t>
            </a:r>
          </a:p>
          <a:p>
            <a:r>
              <a:t>Promotion impact evaluation</a:t>
            </a:r>
          </a:p>
          <a:p>
            <a:r>
              <a:t>Holiday vs non-holiday performance</a:t>
            </a:r>
          </a:p>
          <a:p>
            <a:r>
              <a:t>Customer count correlation with sales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Outlier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Detected outliers using IQR method</a:t>
            </a:r>
          </a:p>
          <a:p>
            <a:r>
              <a:t>Validated using boxplots and distributions</a:t>
            </a:r>
          </a:p>
          <a:p>
            <a:r>
              <a:t>Applied capping during preprocessing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LightGBM – primary model</a:t>
            </a:r>
          </a:p>
          <a:p>
            <a:r>
              <a:t>Time Series forecasting comparison</a:t>
            </a:r>
          </a:p>
          <a:p>
            <a:r>
              <a:t>LSTM deep learning model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Evaluated using RMSE and R² metrics</a:t>
            </a:r>
          </a:p>
          <a:p>
            <a:r>
              <a:t>LightGBM achieved best accuracy and speed</a:t>
            </a:r>
          </a:p>
          <a:p>
            <a:r>
              <a:t>Selected for production deployment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Preprocessing + model combined into pipeline</a:t>
            </a:r>
          </a:p>
          <a:p>
            <a:r>
              <a:t>Serialized model for reuse</a:t>
            </a:r>
          </a:p>
          <a:p>
            <a:r>
              <a:t>Streamlit web application for UI</a:t>
            </a:r>
          </a:p>
          <a:p>
            <a:r>
              <a:t>Real-time prediction system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Improves inventory planning</a:t>
            </a:r>
          </a:p>
          <a:p>
            <a:r>
              <a:t>Optimizes staffing</a:t>
            </a:r>
          </a:p>
          <a:p>
            <a:r>
              <a:t>Enhances promotion strategy</a:t>
            </a:r>
          </a:p>
          <a:p>
            <a:r>
              <a:t>Supports data-driven retail operations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Consistency between training and inference pipelines</a:t>
            </a:r>
          </a:p>
          <a:p>
            <a:r>
              <a:t>Importance of preprocessing and feature engineering</a:t>
            </a:r>
          </a:p>
          <a:p>
            <a:r>
              <a:t>Real-world ML deployment challenges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End-to-end ML system successfully implemented</a:t>
            </a:r>
          </a:p>
          <a:p>
            <a:r>
              <a:t>From raw data to deployed prediction application</a:t>
            </a:r>
          </a:p>
          <a:p>
            <a:r>
              <a:t>Future scope: cloud deployment and dashboards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Aishwarya Kumar Singh</a:t>
            </a:r>
          </a:p>
          <a:p>
            <a:r>
              <a:t>aishsingh702@gmail.com</a:t>
            </a:r>
          </a:p>
          <a:p>
            <a:r>
              <a:t>github.com/aishks14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Chart</a:t>
            </a:r>
          </a:p>
        </p:txBody>
      </p:sp>
      <p:graphicFrame>
        <p:nvGraphicFramePr>
          <p:cNvPr id="7" name="Content Placeholder 6" descr="Clustered column chart representing&#10;3 series for 4 categories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2601362"/>
              </p:ext>
            </p:extLst>
          </p:nvPr>
        </p:nvGraphicFramePr>
        <p:xfrm>
          <a:off x="1524000" y="1714500"/>
          <a:ext cx="9144000" cy="4457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14594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content layout with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First bullet point here</a:t>
            </a:r>
          </a:p>
          <a:p>
            <a:r>
              <a:rPr lang="en-US" dirty="0"/>
              <a:t>Second bullet point here</a:t>
            </a:r>
          </a:p>
          <a:p>
            <a:r>
              <a:rPr lang="en-US" dirty="0"/>
              <a:t>Third bullet point here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09207542"/>
              </p:ext>
            </p:extLst>
          </p:nvPr>
        </p:nvGraphicFramePr>
        <p:xfrm>
          <a:off x="6172200" y="1714500"/>
          <a:ext cx="4495800" cy="23088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72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Class</a:t>
                      </a:r>
                      <a:r>
                        <a:rPr lang="en-US" baseline="0" dirty="0"/>
                        <a:t> 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Class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0464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content layout with SmartArt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First bullet point here</a:t>
            </a:r>
          </a:p>
          <a:p>
            <a:r>
              <a:rPr lang="en-US" dirty="0"/>
              <a:t>Second bullet point here</a:t>
            </a:r>
          </a:p>
          <a:p>
            <a:r>
              <a:rPr lang="en-US" dirty="0"/>
              <a:t>Third bullet point here</a:t>
            </a:r>
          </a:p>
        </p:txBody>
      </p:sp>
      <p:graphicFrame>
        <p:nvGraphicFramePr>
          <p:cNvPr id="6" name="Content Placeholder 5" descr="Gear diagram with a sequence of 3 steps to show interlocking ideas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698015641"/>
              </p:ext>
            </p:extLst>
          </p:nvPr>
        </p:nvGraphicFramePr>
        <p:xfrm>
          <a:off x="6172200" y="1714500"/>
          <a:ext cx="4495800" cy="44624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82416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Add a Slide Title - 1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391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 a Slide Title - 2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246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38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</p:spTree>
    <p:extLst>
      <p:ext uri="{BB962C8B-B14F-4D97-AF65-F5344CB8AC3E}">
        <p14:creationId xmlns:p14="http://schemas.microsoft.com/office/powerpoint/2010/main" val="1684785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9040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986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- 6</a:t>
            </a:r>
          </a:p>
        </p:txBody>
      </p:sp>
      <p:sp>
        <p:nvSpPr>
          <p:cNvPr id="2" name="Picture Placeholder 1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60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Health Fitness 16x9">
  <a:themeElements>
    <a:clrScheme name="HealthFitness">
      <a:dk1>
        <a:srgbClr val="595959"/>
      </a:dk1>
      <a:lt1>
        <a:sysClr val="window" lastClr="FFFFFF"/>
      </a:lt1>
      <a:dk2>
        <a:srgbClr val="000000"/>
      </a:dk2>
      <a:lt2>
        <a:srgbClr val="DDDDDD"/>
      </a:lt2>
      <a:accent1>
        <a:srgbClr val="87A91B"/>
      </a:accent1>
      <a:accent2>
        <a:srgbClr val="FBCE11"/>
      </a:accent2>
      <a:accent3>
        <a:srgbClr val="446ED8"/>
      </a:accent3>
      <a:accent4>
        <a:srgbClr val="9D22E2"/>
      </a:accent4>
      <a:accent5>
        <a:srgbClr val="FE9E00"/>
      </a:accent5>
      <a:accent6>
        <a:srgbClr val="DF5327"/>
      </a:accent6>
      <a:hlink>
        <a:srgbClr val="446ED8"/>
      </a:hlink>
      <a:folHlink>
        <a:srgbClr val="828282"/>
      </a:folHlink>
    </a:clrScheme>
    <a:fontScheme name="Calibri Light">
      <a:majorFont>
        <a:latin typeface="Calibri Light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lth and fitness presentation (widescreen).potx" id="{ABFD658B-2256-413B-9244-0F977A0B2D12}" vid="{E4CB021D-C859-4C82-BDBB-2F2FACCF0D80}"/>
    </a:ext>
  </a:extLst>
</a:theme>
</file>

<file path=ppt/theme/theme2.xml><?xml version="1.0" encoding="utf-8"?>
<a:theme xmlns:a="http://schemas.openxmlformats.org/drawingml/2006/main" name="Office Theme">
  <a:themeElements>
    <a:clrScheme name="HealthFitness">
      <a:dk1>
        <a:srgbClr val="595959"/>
      </a:dk1>
      <a:lt1>
        <a:sysClr val="window" lastClr="FFFFFF"/>
      </a:lt1>
      <a:dk2>
        <a:srgbClr val="000000"/>
      </a:dk2>
      <a:lt2>
        <a:srgbClr val="DDDDDD"/>
      </a:lt2>
      <a:accent1>
        <a:srgbClr val="87A91B"/>
      </a:accent1>
      <a:accent2>
        <a:srgbClr val="FBCE11"/>
      </a:accent2>
      <a:accent3>
        <a:srgbClr val="446ED8"/>
      </a:accent3>
      <a:accent4>
        <a:srgbClr val="9D22E2"/>
      </a:accent4>
      <a:accent5>
        <a:srgbClr val="FE9E00"/>
      </a:accent5>
      <a:accent6>
        <a:srgbClr val="DF5327"/>
      </a:accent6>
      <a:hlink>
        <a:srgbClr val="446ED8"/>
      </a:hlink>
      <a:folHlink>
        <a:srgbClr val="828282"/>
      </a:folHlink>
    </a:clrScheme>
    <a:fontScheme name="Calibri Light">
      <a:majorFont>
        <a:latin typeface="Calibri Light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HealthFitness">
      <a:dk1>
        <a:srgbClr val="595959"/>
      </a:dk1>
      <a:lt1>
        <a:sysClr val="window" lastClr="FFFFFF"/>
      </a:lt1>
      <a:dk2>
        <a:srgbClr val="000000"/>
      </a:dk2>
      <a:lt2>
        <a:srgbClr val="DDDDDD"/>
      </a:lt2>
      <a:accent1>
        <a:srgbClr val="87A91B"/>
      </a:accent1>
      <a:accent2>
        <a:srgbClr val="FBCE11"/>
      </a:accent2>
      <a:accent3>
        <a:srgbClr val="446ED8"/>
      </a:accent3>
      <a:accent4>
        <a:srgbClr val="9D22E2"/>
      </a:accent4>
      <a:accent5>
        <a:srgbClr val="FE9E00"/>
      </a:accent5>
      <a:accent6>
        <a:srgbClr val="DF5327"/>
      </a:accent6>
      <a:hlink>
        <a:srgbClr val="446ED8"/>
      </a:hlink>
      <a:folHlink>
        <a:srgbClr val="828282"/>
      </a:folHlink>
    </a:clrScheme>
    <a:fontScheme name="Calibri Light">
      <a:majorFont>
        <a:latin typeface="Calibri Light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Health and fitness presentation (widescreen)</Template>
  <TotalTime>6</TotalTime>
  <Words>461</Words>
  <Application>Microsoft Office PowerPoint</Application>
  <PresentationFormat>Widescreen</PresentationFormat>
  <Paragraphs>112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Health Fitness 16x9</vt:lpstr>
      <vt:lpstr>Rossmann Store Sales Forecasting Pipeline</vt:lpstr>
      <vt:lpstr>Agenda</vt:lpstr>
      <vt:lpstr>Business Context</vt:lpstr>
      <vt:lpstr>Project Objectives</vt:lpstr>
      <vt:lpstr>Data Sources</vt:lpstr>
      <vt:lpstr>Pipeline Architecture</vt:lpstr>
      <vt:lpstr>Data Cleaning &amp; Preprocessing</vt:lpstr>
      <vt:lpstr>Feature Engineering</vt:lpstr>
      <vt:lpstr>Exploratory Data Analysis</vt:lpstr>
      <vt:lpstr>Outlier Handling</vt:lpstr>
      <vt:lpstr>Machine Learning Models</vt:lpstr>
      <vt:lpstr>Model Comparison</vt:lpstr>
      <vt:lpstr>Deployment Architecture</vt:lpstr>
      <vt:lpstr>Business Impact</vt:lpstr>
      <vt:lpstr>Key Learnings</vt:lpstr>
      <vt:lpstr>Conclusion</vt:lpstr>
      <vt:lpstr>Thank You</vt:lpstr>
      <vt:lpstr>TITLE AND CONTENT LAYOUT WITH Chart</vt:lpstr>
      <vt:lpstr>Two content layout with table</vt:lpstr>
      <vt:lpstr>Two content layout with SmartArt</vt:lpstr>
      <vt:lpstr>Add a Slide Title - 1</vt:lpstr>
      <vt:lpstr>Add a Slide Title - 2</vt:lpstr>
      <vt:lpstr>Add a Slide Title - 3</vt:lpstr>
      <vt:lpstr>Add a Slide Title - 4</vt:lpstr>
      <vt:lpstr>PowerPoint Presentation</vt:lpstr>
      <vt:lpstr>Add a Slide Title - 5</vt:lpstr>
      <vt:lpstr>Add a Slide Title - 6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Aishwarya Kumar Singh</dc:creator>
  <cp:lastModifiedBy>Aishwarya Kumar Singh</cp:lastModifiedBy>
  <cp:revision>1</cp:revision>
  <dcterms:created xsi:type="dcterms:W3CDTF">2026-02-17T05:04:43Z</dcterms:created>
  <dcterms:modified xsi:type="dcterms:W3CDTF">2026-02-17T05:11:19Z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