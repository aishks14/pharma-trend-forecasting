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Rossmann Store Sales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Machine Learning Pipeline &amp; Deployment</a:t>
            </a:r>
          </a:p>
          <a:p>
            <a:r>
              <a:t>Author: Aishwarya Kumar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Retail chains need accurate daily sales forecasts to optimize operations</a:t>
            </a:r>
          </a:p>
          <a:p>
            <a:r>
              <a:t>Challenges include promotions, holidays, customer footfall and competition</a:t>
            </a:r>
          </a:p>
          <a:p>
            <a:r>
              <a:t>Objective: Predict daily store sales using historical transactional data</a:t>
            </a:r>
          </a:p>
          <a:p>
            <a:r>
              <a:t>Outcome: Assist store managers in planning inventory, staffing and marketing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Improve inventory planning and reduce stockouts</a:t>
            </a:r>
          </a:p>
          <a:p>
            <a:r>
              <a:t>Optimize workforce scheduling</a:t>
            </a:r>
          </a:p>
          <a:p>
            <a:r>
              <a:t>Enhance promotional planning</a:t>
            </a:r>
          </a:p>
          <a:p>
            <a:r>
              <a:t>Support data-driven retail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Primary Tables</a:t>
            </a:r>
          </a:p>
          <a:p>
            <a:pPr lvl="1"/>
            <a:r>
              <a:t>train.csv</a:t>
            </a:r>
          </a:p>
          <a:p>
            <a:pPr lvl="1"/>
            <a:r>
              <a:t>test.csv</a:t>
            </a:r>
          </a:p>
          <a:p>
            <a:pPr lvl="1"/>
            <a:r>
              <a:t>store.csv</a:t>
            </a:r>
          </a:p>
          <a:p>
            <a:r>
              <a:t>Key Features</a:t>
            </a:r>
          </a:p>
          <a:p>
            <a:pPr lvl="1"/>
            <a:r>
              <a:t>Store Type</a:t>
            </a:r>
          </a:p>
          <a:p>
            <a:pPr lvl="1"/>
            <a:r>
              <a:t>Customers</a:t>
            </a:r>
          </a:p>
          <a:p>
            <a:pPr lvl="1"/>
            <a:r>
              <a:t>Promotion</a:t>
            </a:r>
          </a:p>
          <a:p>
            <a:pPr lvl="1"/>
            <a:r>
              <a:t>Holiday Indicators</a:t>
            </a:r>
          </a:p>
          <a:p>
            <a:pPr lvl="1"/>
            <a:r>
              <a:t>Competition Distance</a:t>
            </a:r>
          </a:p>
          <a:p>
            <a:r>
              <a:t>Over 1 million daily transaction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Merged store and transactional datasets</a:t>
            </a:r>
          </a:p>
          <a:p>
            <a:r>
              <a:t>Handled missing values and inconsistent entries</a:t>
            </a:r>
          </a:p>
          <a:p>
            <a:r>
              <a:t>Converted date fields and extracted time features</a:t>
            </a:r>
          </a:p>
          <a:p>
            <a:r>
              <a:t>Standardized column names and formats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Sales distribution analysis</a:t>
            </a:r>
          </a:p>
          <a:p>
            <a:r>
              <a:t>Impact of promotions on sales</a:t>
            </a:r>
          </a:p>
          <a:p>
            <a:r>
              <a:t>Holiday vs non-holiday performance</a:t>
            </a:r>
          </a:p>
          <a:p>
            <a:r>
              <a:t>Customer footfall correlation with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Encoded categorical variables</a:t>
            </a:r>
          </a:p>
          <a:p>
            <a:r>
              <a:t>Scaled numerical features</a:t>
            </a:r>
          </a:p>
          <a:p>
            <a:r>
              <a:t>Created time-based attributes (month, weekday)</a:t>
            </a:r>
          </a:p>
          <a:p>
            <a:r>
              <a:t>Prepared structured dataset for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 (LightGBM)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Gradient boosting decision tree algorithm</a:t>
            </a:r>
          </a:p>
          <a:p>
            <a:r>
              <a:t>Handles large tabular data efficiently</a:t>
            </a:r>
          </a:p>
          <a:p>
            <a:r>
              <a:t>Trained on store operational features</a:t>
            </a:r>
          </a:p>
          <a:p>
            <a:r>
              <a:t>Achieved best performance among tested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Analyzed temporal sales trends</a:t>
            </a:r>
          </a:p>
          <a:p>
            <a:r>
              <a:t>Identified seasonal patterns</a:t>
            </a:r>
          </a:p>
          <a:p>
            <a:r>
              <a:t>Evaluated forecasting performance</a:t>
            </a:r>
          </a:p>
          <a:p>
            <a:r>
              <a:t>Used for comparison with ML approach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(LSTM)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Modeled sequential dependencies in sales</a:t>
            </a:r>
          </a:p>
          <a:p>
            <a:r>
              <a:t>Required historical sequence data</a:t>
            </a:r>
          </a:p>
          <a:p>
            <a:r>
              <a:t>Higher computational cost</a:t>
            </a:r>
          </a:p>
          <a:p>
            <a:r>
              <a:t>Did not outperform LightGBM on tabular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Compared LightGBM, Time Series and LSTM models</a:t>
            </a:r>
          </a:p>
          <a:p>
            <a:r>
              <a:t>Evaluated using RMSE and R² metrics</a:t>
            </a:r>
          </a:p>
          <a:p>
            <a:r>
              <a:t>LightGBM produced best balance of accuracy and speed</a:t>
            </a:r>
          </a:p>
          <a:p>
            <a:r>
              <a:t>Selected for production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Combined preprocessing and model using Scikit-Learn Pipeline</a:t>
            </a:r>
          </a:p>
          <a:p>
            <a:r>
              <a:t>Serialized pipeline using joblib</a:t>
            </a:r>
          </a:p>
          <a:p>
            <a:r>
              <a:t>Streamlit web application for user interface</a:t>
            </a:r>
          </a:p>
          <a:p>
            <a:r>
              <a:t>Real-time prediction capability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User inputs store conditions</a:t>
            </a:r>
          </a:p>
          <a:p>
            <a:r>
              <a:t>Pipeline automatically preprocesses data</a:t>
            </a:r>
          </a:p>
          <a:p>
            <a:r>
              <a:t>Model predicts sales instantly</a:t>
            </a:r>
          </a:p>
          <a:p>
            <a:r>
              <a:t>Logging implemented for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Importance of preprocessing consistency</a:t>
            </a:r>
          </a:p>
          <a:p>
            <a:r>
              <a:t>Handling training-serving schema mismatch</a:t>
            </a:r>
          </a:p>
          <a:p>
            <a:r>
              <a:t>Pipeline-based deployment approach</a:t>
            </a:r>
          </a:p>
          <a:p>
            <a:r>
              <a:t>Practical ML deployment challenges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Successfully built an end-to-end ML system</a:t>
            </a:r>
          </a:p>
          <a:p>
            <a:r>
              <a:t>From raw data to deployed application</a:t>
            </a:r>
          </a:p>
          <a:p>
            <a:r>
              <a:t>Supports real business decision making</a:t>
            </a:r>
          </a:p>
          <a:p>
            <a:r>
              <a:t>Future scope: cloud deployment and dashboard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355</Words>
  <Application>Microsoft Office PowerPoint</Application>
  <PresentationFormat>On-screen Show (4:3)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Rossmann Store Sales Prediction</vt:lpstr>
      <vt:lpstr>Problem Statement</vt:lpstr>
      <vt:lpstr>Business Impact</vt:lpstr>
      <vt:lpstr>Dataset Overview</vt:lpstr>
      <vt:lpstr>Data Preparation</vt:lpstr>
      <vt:lpstr>Exploratory Data Analysis</vt:lpstr>
      <vt:lpstr>Feature Engineering</vt:lpstr>
      <vt:lpstr>Machine Learning Model (LightGBM)</vt:lpstr>
      <vt:lpstr>Time Series Forecasting</vt:lpstr>
      <vt:lpstr>Deep Learning (LSTM)</vt:lpstr>
      <vt:lpstr>Model Comparison</vt:lpstr>
      <vt:lpstr>Deployment Architecture</vt:lpstr>
      <vt:lpstr>Streamlit Web Application</vt:lpstr>
      <vt:lpstr>Key Learnings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 Kumar Singh</cp:lastModifiedBy>
  <cp:revision>1</cp:revision>
  <dcterms:created xsi:type="dcterms:W3CDTF">2013-01-27T09:14:16Z</dcterms:created>
  <dcterms:modified xsi:type="dcterms:W3CDTF">2026-02-16T09:34:39Z</dcterms:modified>
  <cp:category/>
</cp:coreProperties>
</file>